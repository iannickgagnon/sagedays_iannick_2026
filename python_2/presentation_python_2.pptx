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8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09" r:id="rId16"/>
    <p:sldId id="311" r:id="rId17"/>
    <p:sldId id="297" r:id="rId18"/>
    <p:sldId id="310" r:id="rId19"/>
    <p:sldId id="294" r:id="rId20"/>
    <p:sldId id="259" r:id="rId21"/>
    <p:sldId id="263" r:id="rId22"/>
    <p:sldId id="260" r:id="rId23"/>
    <p:sldId id="261" r:id="rId24"/>
    <p:sldId id="264" r:id="rId25"/>
    <p:sldId id="265" r:id="rId26"/>
    <p:sldId id="266" r:id="rId27"/>
    <p:sldId id="268" r:id="rId28"/>
    <p:sldId id="269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82" r:id="rId38"/>
    <p:sldId id="283" r:id="rId39"/>
    <p:sldId id="280" r:id="rId40"/>
    <p:sldId id="279" r:id="rId41"/>
    <p:sldId id="288" r:id="rId42"/>
    <p:sldId id="289" r:id="rId43"/>
    <p:sldId id="292" r:id="rId44"/>
    <p:sldId id="291" r:id="rId45"/>
    <p:sldId id="281" r:id="rId46"/>
    <p:sldId id="290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73" autoAdjust="0"/>
    <p:restoredTop sz="94660"/>
  </p:normalViewPr>
  <p:slideViewPr>
    <p:cSldViewPr snapToGrid="0">
      <p:cViewPr>
        <p:scale>
          <a:sx n="100" d="100"/>
          <a:sy n="100" d="100"/>
        </p:scale>
        <p:origin x="1326" y="112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16E65-43FA-10E8-A0BF-73890BE21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B87DD-E74B-FA5A-F277-F691462B5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10F82-229B-0C0F-1A1F-ECEFB0E03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F8F5F-BC7C-5F7A-1ACC-58F8300EA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7620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with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 as </a:t>
            </a:r>
            <a:r>
              <a:rPr lang="en-CA" sz="1800" dirty="0" err="1"/>
              <a:t>fichier</a:t>
            </a:r>
            <a:r>
              <a:rPr lang="en-CA" sz="1800" dirty="0"/>
              <a:t>:</a:t>
            </a:r>
          </a:p>
          <a:p>
            <a:pPr algn="l"/>
            <a:r>
              <a:rPr lang="en-CA" sz="1800" dirty="0"/>
              <a:t>    ...</a:t>
            </a:r>
            <a:endParaRPr lang="en-US" sz="18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61649" y="3761964"/>
            <a:ext cx="726332" cy="1712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C0CDFB4-D4E9-E60A-A3AB-BEAA668B781B}"/>
              </a:ext>
            </a:extLst>
          </p:cNvPr>
          <p:cNvGrpSpPr/>
          <p:nvPr/>
        </p:nvGrpSpPr>
        <p:grpSpPr>
          <a:xfrm>
            <a:off x="1702522" y="3429000"/>
            <a:ext cx="3999951" cy="2238394"/>
            <a:chOff x="6301997" y="3606981"/>
            <a:chExt cx="3999951" cy="2238394"/>
          </a:xfrm>
        </p:grpSpPr>
        <p:pic>
          <p:nvPicPr>
            <p:cNvPr id="12" name="Picture 2" descr="https://cdn-icons-png.flaticon.com/512/2521/2521903.png">
              <a:extLst>
                <a:ext uri="{FF2B5EF4-FFF2-40B4-BE49-F238E27FC236}">
                  <a16:creationId xmlns:a16="http://schemas.microsoft.com/office/drawing/2014/main" id="{B723D1B4-3722-EDE2-F0A6-D589E5EA35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4910" y="3948169"/>
              <a:ext cx="990000" cy="99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630E1D-41AD-2B03-726F-34A8F278AE78}"/>
                </a:ext>
              </a:extLst>
            </p:cNvPr>
            <p:cNvSpPr/>
            <p:nvPr/>
          </p:nvSpPr>
          <p:spPr>
            <a:xfrm>
              <a:off x="6837538" y="5522210"/>
              <a:ext cx="3464410" cy="3231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 algn="ctr">
                <a:defRPr/>
              </a:pPr>
              <a:r>
                <a:rPr lang="fr-CA" sz="1500" dirty="0">
                  <a:solidFill>
                    <a:prstClr val="black"/>
                  </a:solidFill>
                  <a:latin typeface="Consolas" panose="020B0609020204030204" pitchFamily="49" charset="0"/>
                </a:rPr>
                <a:t>fichier = open('résultats.txt')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EACAEB7-4B6B-979D-B8CF-B2C9D986A631}"/>
                </a:ext>
              </a:extLst>
            </p:cNvPr>
            <p:cNvSpPr/>
            <p:nvPr/>
          </p:nvSpPr>
          <p:spPr>
            <a:xfrm>
              <a:off x="6301997" y="3606981"/>
              <a:ext cx="207300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fr-CA" sz="1400" dirty="0">
                  <a:latin typeface="Consolas" panose="020B0609020204030204" pitchFamily="49" charset="0"/>
                </a:rPr>
                <a:t>objet TextIOWrapper</a:t>
              </a:r>
              <a:endParaRPr lang="fr-CA" sz="1400" dirty="0"/>
            </a:p>
          </p:txBody>
        </p:sp>
        <p:cxnSp>
          <p:nvCxnSpPr>
            <p:cNvPr id="20" name="Connecteur droit avec flèche 19">
              <a:extLst>
                <a:ext uri="{FF2B5EF4-FFF2-40B4-BE49-F238E27FC236}">
                  <a16:creationId xmlns:a16="http://schemas.microsoft.com/office/drawing/2014/main" id="{1E026DFB-1E79-B501-C62A-BD096AB6D959}"/>
                </a:ext>
              </a:extLst>
            </p:cNvPr>
            <p:cNvCxnSpPr>
              <a:cxnSpLocks/>
              <a:stCxn id="12" idx="1"/>
              <a:endCxn id="21" idx="3"/>
            </p:cNvCxnSpPr>
            <p:nvPr/>
          </p:nvCxnSpPr>
          <p:spPr>
            <a:xfrm flipH="1">
              <a:off x="7756211" y="4443169"/>
              <a:ext cx="110869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Picture 4" descr="https://cdn-icons-png.flaticon.com/512/427/427276.png">
              <a:extLst>
                <a:ext uri="{FF2B5EF4-FFF2-40B4-BE49-F238E27FC236}">
                  <a16:creationId xmlns:a16="http://schemas.microsoft.com/office/drawing/2014/main" id="{8927AC72-551E-FE3B-C3D5-056954BBCDE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34"/>
            <a:stretch/>
          </p:blipFill>
          <p:spPr bwMode="auto">
            <a:xfrm>
              <a:off x="6908773" y="3903169"/>
              <a:ext cx="847438" cy="108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EA318E8E-8288-8060-FEA3-AACEF99162C1}"/>
                </a:ext>
              </a:extLst>
            </p:cNvPr>
            <p:cNvSpPr/>
            <p:nvPr/>
          </p:nvSpPr>
          <p:spPr>
            <a:xfrm rot="16200000">
              <a:off x="9166824" y="4614701"/>
              <a:ext cx="255273" cy="1454736"/>
            </a:xfrm>
            <a:prstGeom prst="rightBrace">
              <a:avLst>
                <a:gd name="adj1" fmla="val 4054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cxnSp>
          <p:nvCxnSpPr>
            <p:cNvPr id="25" name="Connecteur droit avec flèche 19">
              <a:extLst>
                <a:ext uri="{FF2B5EF4-FFF2-40B4-BE49-F238E27FC236}">
                  <a16:creationId xmlns:a16="http://schemas.microsoft.com/office/drawing/2014/main" id="{B8C095CA-CA37-2D0F-155E-DEC8F6CAA570}"/>
                </a:ext>
              </a:extLst>
            </p:cNvPr>
            <p:cNvCxnSpPr>
              <a:cxnSpLocks/>
            </p:cNvCxnSpPr>
            <p:nvPr/>
          </p:nvCxnSpPr>
          <p:spPr>
            <a:xfrm>
              <a:off x="7332492" y="4983169"/>
              <a:ext cx="0" cy="49500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58E088-166D-837E-FE14-2E04C2228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EE00-118F-72EA-62B8-C769EFE3C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Méthode de classe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27A66-2B71-6045-78C2-E91487F41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Jusqu'à présent, nous avons utilisé les méthodes d'instance (l'instance </a:t>
            </a:r>
            <a:r>
              <a:rPr lang="fr-CA" sz="1600" b="1" dirty="0">
                <a:latin typeface="Consolas" panose="020B0609020204030204" pitchFamily="49" charset="0"/>
              </a:rPr>
              <a:t>self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Les méthodes de classes appartiennent à la classe (</a:t>
            </a:r>
            <a:r>
              <a:rPr lang="fr-CA" sz="1600" b="1" dirty="0" err="1">
                <a:latin typeface="Consolas" panose="020B0609020204030204" pitchFamily="49" charset="0"/>
              </a:rPr>
              <a:t>cls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Utilisent le décorateur </a:t>
            </a:r>
            <a:r>
              <a:rPr lang="en-CA" sz="1600" dirty="0">
                <a:latin typeface="Consolas" panose="020B0609020204030204" pitchFamily="49" charset="0"/>
              </a:rPr>
              <a:t>@classmethod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FD329-51C1-7667-90CD-859168328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27D5155B-5220-BB1E-F547-0E54D1358B04}"/>
              </a:ext>
            </a:extLst>
          </p:cNvPr>
          <p:cNvGrpSpPr/>
          <p:nvPr/>
        </p:nvGrpSpPr>
        <p:grpSpPr>
          <a:xfrm>
            <a:off x="2907659" y="3160812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51E409EF-79A3-9DBF-DAC0-B6493807A80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8DA612C5-AB6A-C826-23E6-3C737267A6E7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950882D4-D4CB-D8C3-4B8B-3727174C488B}"/>
              </a:ext>
            </a:extLst>
          </p:cNvPr>
          <p:cNvGrpSpPr/>
          <p:nvPr/>
        </p:nvGrpSpPr>
        <p:grpSpPr>
          <a:xfrm>
            <a:off x="2907659" y="4607258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2ACC7EAA-F006-627B-199C-878831667A62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2435BF36-BF6A-3984-BDE9-C78AC8FA4BB1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8314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35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36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39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42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400"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43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44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4935</TotalTime>
  <Words>4258</Words>
  <Application>Microsoft Office PowerPoint</Application>
  <PresentationFormat>Widescreen</PresentationFormat>
  <Paragraphs>788</Paragraphs>
  <Slides>46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PowerPoint Presentation</vt:lpstr>
      <vt:lpstr>Méthode de classe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95</cp:revision>
  <dcterms:created xsi:type="dcterms:W3CDTF">2026-04-06T10:51:39Z</dcterms:created>
  <dcterms:modified xsi:type="dcterms:W3CDTF">2026-04-20T12:24:19Z</dcterms:modified>
</cp:coreProperties>
</file>