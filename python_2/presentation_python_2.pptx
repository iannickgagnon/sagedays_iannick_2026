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297" r:id="rId9"/>
    <p:sldId id="294" r:id="rId10"/>
    <p:sldId id="259" r:id="rId11"/>
    <p:sldId id="263" r:id="rId12"/>
    <p:sldId id="260" r:id="rId13"/>
    <p:sldId id="261" r:id="rId14"/>
    <p:sldId id="264" r:id="rId15"/>
    <p:sldId id="265" r:id="rId16"/>
    <p:sldId id="266" r:id="rId17"/>
    <p:sldId id="268" r:id="rId18"/>
    <p:sldId id="269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82" r:id="rId28"/>
    <p:sldId id="283" r:id="rId29"/>
    <p:sldId id="280" r:id="rId30"/>
    <p:sldId id="279" r:id="rId31"/>
    <p:sldId id="288" r:id="rId32"/>
    <p:sldId id="289" r:id="rId33"/>
    <p:sldId id="292" r:id="rId34"/>
    <p:sldId id="291" r:id="rId35"/>
    <p:sldId id="281" r:id="rId36"/>
    <p:sldId id="29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69" autoAdjust="0"/>
    <p:restoredTop sz="94660"/>
  </p:normalViewPr>
  <p:slideViewPr>
    <p:cSldViewPr snapToGrid="0">
      <p:cViewPr>
        <p:scale>
          <a:sx n="125" d="100"/>
          <a:sy n="125" d="100"/>
        </p:scale>
        <p:origin x="1062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2026-04-18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2026-04-18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2026-04-18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2026-04-18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procédure principale nommée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3852</TotalTime>
  <Words>3216</Words>
  <Application>Microsoft Office PowerPoint</Application>
  <PresentationFormat>Widescreen</PresentationFormat>
  <Paragraphs>511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84</cp:revision>
  <dcterms:created xsi:type="dcterms:W3CDTF">2026-04-06T10:51:39Z</dcterms:created>
  <dcterms:modified xsi:type="dcterms:W3CDTF">2026-04-19T01:19:35Z</dcterms:modified>
</cp:coreProperties>
</file>