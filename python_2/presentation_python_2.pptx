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93" r:id="rId3"/>
    <p:sldId id="296" r:id="rId4"/>
    <p:sldId id="298" r:id="rId5"/>
    <p:sldId id="299" r:id="rId6"/>
    <p:sldId id="297" r:id="rId7"/>
    <p:sldId id="294" r:id="rId8"/>
    <p:sldId id="259" r:id="rId9"/>
    <p:sldId id="263" r:id="rId10"/>
    <p:sldId id="260" r:id="rId11"/>
    <p:sldId id="261" r:id="rId12"/>
    <p:sldId id="264" r:id="rId13"/>
    <p:sldId id="265" r:id="rId14"/>
    <p:sldId id="266" r:id="rId15"/>
    <p:sldId id="268" r:id="rId16"/>
    <p:sldId id="26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82" r:id="rId26"/>
    <p:sldId id="283" r:id="rId27"/>
    <p:sldId id="280" r:id="rId28"/>
    <p:sldId id="279" r:id="rId29"/>
    <p:sldId id="288" r:id="rId30"/>
    <p:sldId id="289" r:id="rId31"/>
    <p:sldId id="292" r:id="rId32"/>
    <p:sldId id="291" r:id="rId33"/>
    <p:sldId id="281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9" autoAdjust="0"/>
    <p:restoredTop sz="94660"/>
  </p:normalViewPr>
  <p:slideViewPr>
    <p:cSldViewPr snapToGrid="0">
      <p:cViewPr>
        <p:scale>
          <a:sx n="125" d="100"/>
          <a:sy n="125" d="100"/>
        </p:scale>
        <p:origin x="1536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2026-04-18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2026-04-18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2026-04-18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2026-04-18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1026" name="Picture 2" descr="Generated QR Image">
            <a:extLst>
              <a:ext uri="{FF2B5EF4-FFF2-40B4-BE49-F238E27FC236}">
                <a16:creationId xmlns:a16="http://schemas.microsoft.com/office/drawing/2014/main" id="{3722898A-7CE8-0284-840C-631F7F72C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3805</TotalTime>
  <Words>3034</Words>
  <Application>Microsoft Office PowerPoint</Application>
  <PresentationFormat>Widescreen</PresentationFormat>
  <Paragraphs>482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82</cp:revision>
  <dcterms:created xsi:type="dcterms:W3CDTF">2026-04-06T10:51:39Z</dcterms:created>
  <dcterms:modified xsi:type="dcterms:W3CDTF">2026-04-18T18:14:43Z</dcterms:modified>
</cp:coreProperties>
</file>