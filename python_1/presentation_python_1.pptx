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2" r:id="rId21"/>
    <p:sldId id="280" r:id="rId22"/>
    <p:sldId id="279" r:id="rId23"/>
    <p:sldId id="281" r:id="rId24"/>
    <p:sldId id="27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652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2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2026-04-11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Pour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print('r1 = ', r1, 'r2 = ', r2)</a:t>
            </a:r>
            <a:endParaRPr lang="en-US" sz="2600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4082040" cy="369332"/>
            <a:chOff x="6485106" y="4913563"/>
            <a:chExt cx="408204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257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</a:t>
              </a:r>
              <a:r>
                <a:rPr lang="en-US" b="1" dirty="0" err="1"/>
                <a:t>contenant</a:t>
              </a:r>
              <a:r>
                <a:rPr lang="en-US" b="1" dirty="0"/>
                <a:t>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Minimum et maximum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dirty="0">
                <a:highlight>
                  <a:srgbClr val="FF0000"/>
                </a:highlight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[1, 2, 3, 4]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{'x': 0, 'y': 10}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("x =",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latin typeface="Consolas" panose="020B0609020204030204" pitchFamily="49" charset="0"/>
              </a:rPr>
              <a:t>['x'], "et y =", </a:t>
            </a:r>
            <a:r>
              <a:rPr lang="en-CA" sz="2000" b="1" dirty="0">
                <a:latin typeface="Consolas" panose="020B0609020204030204" pitchFamily="49" charset="0"/>
              </a:rPr>
              <a:t>point["y"]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"a": 1, "b": 2, "c":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'.join(f"{k} = {v}"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souvent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C5D9F-BDB5-5951-AD08-DC1EAADFD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CA" sz="1800" dirty="0">
                <a:latin typeface="Consolas" panose="020B0609020204030204" pitchFamily="49" charset="0"/>
              </a:rPr>
              <a:t>Param</a:t>
            </a:r>
            <a:r>
              <a:rPr lang="en-US" sz="1800" dirty="0" err="1">
                <a:latin typeface="Consolas" panose="020B0609020204030204" pitchFamily="49" charset="0"/>
              </a:rPr>
              <a:t>ètres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positionnels</a:t>
            </a:r>
            <a:r>
              <a:rPr lang="en-US" sz="1800" dirty="0">
                <a:latin typeface="Consolas" panose="020B0609020204030204" pitchFamily="49" charset="0"/>
              </a:rPr>
              <a:t> 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explicites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1400" b="1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1400" b="1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supplémentaires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en-US" sz="1400" dirty="0">
                <a:latin typeface="Consolas" panose="020B0609020204030204" pitchFamily="49" charset="0"/>
              </a:rPr>
              <a:t> (tuple)</a:t>
            </a:r>
            <a:endParaRPr lang="en-US" sz="1400" dirty="0">
              <a:solidFill>
                <a:srgbClr val="00B0F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Paramètres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nommés</a:t>
            </a:r>
            <a:r>
              <a:rPr lang="en-US" sz="1800" dirty="0">
                <a:latin typeface="Consolas" panose="020B0609020204030204" pitchFamily="49" charset="0"/>
              </a:rPr>
              <a:t> ... 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explicites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en-US" sz="1400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en-US" sz="1400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supplémentaires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en-US" sz="1400" dirty="0">
                <a:latin typeface="Consolas" panose="020B0609020204030204" pitchFamily="49" charset="0"/>
              </a:rPr>
              <a:t> (</a:t>
            </a:r>
            <a:r>
              <a:rPr lang="en-US" sz="1400" dirty="0" err="1">
                <a:latin typeface="Consolas" panose="020B0609020204030204" pitchFamily="49" charset="0"/>
              </a:rPr>
              <a:t>dict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sa</a:t>
            </a:r>
            <a:r>
              <a:rPr lang="en-US" sz="2000" dirty="0">
                <a:latin typeface="Consolas" panose="020B0609020204030204" pitchFamily="49" charset="0"/>
              </a:rPr>
              <a:t> signature et de la documentation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7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souder</a:t>
            </a:r>
            <a:r>
              <a:rPr lang="en-US" b="1" dirty="0">
                <a:latin typeface="Consolas" panose="020B0609020204030204" pitchFamily="49" charset="0"/>
              </a:rPr>
              <a:t>(*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r>
              <a:rPr lang="en-US" b="1" dirty="0">
                <a:latin typeface="Consolas" panose="020B0609020204030204" pitchFamily="49" charset="0"/>
              </a:rPr>
              <a:t>=' ', end='\n'):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= ''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for obj in 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[:-1]: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  buffer += str(obj) +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+= str(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[-1]) + end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return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6EEB5-5DF4-1772-722C-9295423EF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92DEC4-CDDE-6297-79CC-B928881C6EE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Conditionnelles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39F647E-8868-AE5B-744B-856F4CFFCE40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Boucles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BFB82-A6AD-37FB-F151-DB42D87D3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et </a:t>
            </a:r>
            <a:r>
              <a:rPr lang="en-US" dirty="0" err="1">
                <a:latin typeface="Arial Rounded MT Bold" panose="020F0704030504030204" pitchFamily="34" charset="0"/>
              </a:rPr>
              <a:t>méthodes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2283</TotalTime>
  <Words>1829</Words>
  <Application>Microsoft Office PowerPoint</Application>
  <PresentationFormat>Widescreen</PresentationFormat>
  <Paragraphs>270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Minimum et maximum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Conditionnelles</vt:lpstr>
      <vt:lpstr>Boucles</vt:lpstr>
      <vt:lpstr>Objets et méthodes</vt:lpstr>
      <vt:lpstr>ANNEXE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27</cp:revision>
  <dcterms:created xsi:type="dcterms:W3CDTF">2026-04-06T10:51:39Z</dcterms:created>
  <dcterms:modified xsi:type="dcterms:W3CDTF">2026-04-12T15:49:00Z</dcterms:modified>
</cp:coreProperties>
</file>