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293" r:id="rId3"/>
    <p:sldId id="294" r:id="rId4"/>
    <p:sldId id="259" r:id="rId5"/>
    <p:sldId id="263" r:id="rId6"/>
    <p:sldId id="260" r:id="rId7"/>
    <p:sldId id="261" r:id="rId8"/>
    <p:sldId id="264" r:id="rId9"/>
    <p:sldId id="265" r:id="rId10"/>
    <p:sldId id="266" r:id="rId11"/>
    <p:sldId id="268" r:id="rId12"/>
    <p:sldId id="269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82" r:id="rId22"/>
    <p:sldId id="283" r:id="rId23"/>
    <p:sldId id="280" r:id="rId24"/>
    <p:sldId id="279" r:id="rId25"/>
    <p:sldId id="288" r:id="rId26"/>
    <p:sldId id="289" r:id="rId27"/>
    <p:sldId id="292" r:id="rId28"/>
    <p:sldId id="291" r:id="rId29"/>
    <p:sldId id="281" r:id="rId30"/>
    <p:sldId id="29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6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13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1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</a:t>
            </a:r>
            <a:r>
              <a:rPr lang="fr-CA">
                <a:latin typeface="Consolas" panose="020B0609020204030204" pitchFamily="49" charset="0"/>
              </a:rPr>
              <a:t>Génie logiciel (ÉTS)</a:t>
            </a:r>
            <a:endParaRPr lang="fr-CA" dirty="0">
              <a:latin typeface="Consolas" panose="020B0609020204030204" pitchFamily="49" charset="0"/>
            </a:endParaRP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 err="1">
                <a:latin typeface="Consolas" panose="020B0609020204030204" pitchFamily="49" charset="0"/>
              </a:rPr>
              <a:t>Syntaxe</a:t>
            </a:r>
            <a:r>
              <a:rPr lang="en-US" sz="2000" dirty="0">
                <a:latin typeface="Consolas" panose="020B0609020204030204" pitchFamily="49" charset="0"/>
              </a:rPr>
              <a:t> de base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 bon/</a:t>
            </a:r>
            <a:r>
              <a:rPr lang="en-US" sz="2000" dirty="0" err="1">
                <a:latin typeface="Consolas" panose="020B0609020204030204" pitchFamily="49" charset="0"/>
              </a:rPr>
              <a:t>meilleur</a:t>
            </a:r>
            <a:r>
              <a:rPr lang="en-US" sz="2000" dirty="0">
                <a:latin typeface="Consolas" panose="020B0609020204030204" pitchFamily="49" charset="0"/>
              </a:rPr>
              <a:t> 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1026" name="Picture 2" descr="Generated QR Image">
            <a:extLst>
              <a:ext uri="{FF2B5EF4-FFF2-40B4-BE49-F238E27FC236}">
                <a16:creationId xmlns:a16="http://schemas.microsoft.com/office/drawing/2014/main" id="{3722898A-7CE8-0284-840C-631F7F72C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3725</TotalTime>
  <Words>2700</Words>
  <Application>Microsoft Office PowerPoint</Application>
  <PresentationFormat>Widescreen</PresentationFormat>
  <Paragraphs>437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1</vt:lpstr>
      <vt:lpstr>Plan</vt:lpstr>
      <vt:lpstr>Variables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77</cp:revision>
  <dcterms:created xsi:type="dcterms:W3CDTF">2026-04-06T10:51:39Z</dcterms:created>
  <dcterms:modified xsi:type="dcterms:W3CDTF">2026-04-21T18:05:47Z</dcterms:modified>
</cp:coreProperties>
</file>