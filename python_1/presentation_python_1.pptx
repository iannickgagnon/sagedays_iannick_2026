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0" r:id="rId16"/>
    <p:sldId id="267" r:id="rId17"/>
    <p:sldId id="26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2026-04-09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2026-04-09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2026-04-09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2026-04-09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(pour de </a:t>
            </a:r>
            <a:r>
              <a:rPr lang="en-US" dirty="0" err="1">
                <a:latin typeface="Arial Rounded MT Bold" panose="020F0704030504030204" pitchFamily="34" charset="0"/>
              </a:rPr>
              <a:t>vrai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just"/>
            <a:r>
              <a:rPr lang="fr-CA" sz="2000" dirty="0">
                <a:latin typeface="Consolas" panose="020B0609020204030204" pitchFamily="49" charset="0"/>
              </a:rPr>
              <a:t>Regroupement </a:t>
            </a:r>
            <a:r>
              <a:rPr lang="fr-CA" sz="2000" b="1" dirty="0">
                <a:latin typeface="Consolas" panose="020B0609020204030204" pitchFamily="49" charset="0"/>
              </a:rPr>
              <a:t>immuable</a:t>
            </a:r>
            <a:r>
              <a:rPr lang="fr-CA" sz="2000" dirty="0">
                <a:latin typeface="Consolas" panose="020B0609020204030204" pitchFamily="49" charset="0"/>
              </a:rPr>
              <a:t> de </a:t>
            </a:r>
            <a:r>
              <a:rPr lang="fr-CA" sz="20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172593" y="4353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694078" y="57170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</TotalTime>
  <Words>1331</Words>
  <Application>Microsoft Office PowerPoint</Application>
  <PresentationFormat>Widescreen</PresentationFormat>
  <Paragraphs>195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 (pour de vrai)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18</cp:revision>
  <dcterms:created xsi:type="dcterms:W3CDTF">2026-04-06T10:51:39Z</dcterms:created>
  <dcterms:modified xsi:type="dcterms:W3CDTF">2026-04-09T20:18:14Z</dcterms:modified>
</cp:coreProperties>
</file>