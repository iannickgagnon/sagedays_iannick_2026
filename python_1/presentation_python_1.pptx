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0" r:id="rId13"/>
    <p:sldId id="267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1" autoAdjust="0"/>
    <p:restoredTop sz="94660"/>
  </p:normalViewPr>
  <p:slideViewPr>
    <p:cSldViewPr snapToGrid="0">
      <p:cViewPr>
        <p:scale>
          <a:sx n="100" d="100"/>
          <a:sy n="100" d="100"/>
        </p:scale>
        <p:origin x="1926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2026-04-07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2026-04-07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2026-04-07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2026-04-07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2026-04-07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2026-04-07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2026-04-07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2026-04-07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2026-04-07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2026-04-07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2026-04-07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2026-04-07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2026-04-07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print(r1, r2)</a:t>
            </a:r>
            <a:endParaRPr lang="en-US" sz="26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6452681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5BC26F-4260-FBE0-009F-7E08B9978BC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b="1" dirty="0">
                <a:latin typeface="Consolas" panose="020B0609020204030204" pitchFamily="49" charset="0"/>
              </a:rPr>
              <a:t>V</a:t>
            </a:r>
            <a:r>
              <a:rPr lang="fr-CA" b="1" dirty="0">
                <a:latin typeface="Consolas" panose="020B0609020204030204" pitchFamily="49" charset="0"/>
              </a:rPr>
              <a:t>OIR L'ANNEXE I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869660" y="2716450"/>
            <a:ext cx="6452681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DISCRIMINANT)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DISCRIMINANT)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print(racine_1,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869659" y="383636"/>
            <a:ext cx="6452681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/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E6B38-1704-6F06-89FE-FA013387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402DF-FA1B-9ED3-5AC6-0C835AF41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Bilan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BD71-C056-4558-D771-2E0CD665A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4D04C3-CF8C-FC10-8DAA-B190C95D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34800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5AC6-E16E-CBF3-7DF3-37169D45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0A927-3AF3-1105-1BE2-D370C7DA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Boîte</a:t>
            </a:r>
            <a:r>
              <a:rPr lang="en-US" dirty="0">
                <a:latin typeface="Arial Rounded MT Bold" panose="020F0704030504030204" pitchFamily="34" charset="0"/>
              </a:rPr>
              <a:t> à </a:t>
            </a:r>
            <a:r>
              <a:rPr lang="en-US" dirty="0" err="1">
                <a:latin typeface="Arial Rounded MT Bold" panose="020F0704030504030204" pitchFamily="34" charset="0"/>
              </a:rPr>
              <a:t>savon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9EF2-9A1B-D8F8-3653-B2333F44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i="1" dirty="0" err="1">
                <a:latin typeface="Consolas" panose="020B0609020204030204" pitchFamily="49" charset="0"/>
              </a:rPr>
              <a:t>Entiers</a:t>
            </a:r>
            <a:r>
              <a:rPr lang="en-US" b="1" i="1" dirty="0">
                <a:latin typeface="Consolas" panose="020B0609020204030204" pitchFamily="49" charset="0"/>
              </a:rPr>
              <a:t> à precision "infinite"</a:t>
            </a:r>
          </a:p>
          <a:p>
            <a:pPr marL="0" indent="0" algn="just">
              <a:buNone/>
            </a:pPr>
            <a:r>
              <a:rPr lang="en-US" b="1" i="1" dirty="0">
                <a:latin typeface="Consolas" panose="020B0609020204030204" pitchFamily="49" charset="0"/>
              </a:rPr>
              <a:t>Truthiness</a:t>
            </a:r>
          </a:p>
          <a:p>
            <a:pPr marL="0" indent="0" algn="just">
              <a:buNone/>
            </a:pPr>
            <a:r>
              <a:rPr lang="en-CA" b="1" i="1" dirty="0" err="1">
                <a:latin typeface="Consolas" panose="020B0609020204030204" pitchFamily="49" charset="0"/>
              </a:rPr>
              <a:t>Nombres</a:t>
            </a:r>
            <a:r>
              <a:rPr lang="en-CA" b="1" i="1" dirty="0">
                <a:latin typeface="Consolas" panose="020B0609020204030204" pitchFamily="49" charset="0"/>
              </a:rPr>
              <a:t> </a:t>
            </a:r>
            <a:r>
              <a:rPr lang="en-CA" b="1" i="1" dirty="0" err="1">
                <a:latin typeface="Consolas" panose="020B0609020204030204" pitchFamily="49" charset="0"/>
              </a:rPr>
              <a:t>imaginaires</a:t>
            </a:r>
            <a:endParaRPr lang="en-CA" b="1" i="1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F14A-781E-B2B6-B1C5-9B936FB0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127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938</Words>
  <Application>Microsoft Office PowerPoint</Application>
  <PresentationFormat>Widescreen</PresentationFormat>
  <Paragraphs>140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ANNEXE I</vt:lpstr>
      <vt:lpstr>Bilan</vt:lpstr>
      <vt:lpstr>Boîte à savon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11</cp:revision>
  <dcterms:created xsi:type="dcterms:W3CDTF">2026-04-06T10:51:39Z</dcterms:created>
  <dcterms:modified xsi:type="dcterms:W3CDTF">2026-04-07T22:29:30Z</dcterms:modified>
</cp:coreProperties>
</file>